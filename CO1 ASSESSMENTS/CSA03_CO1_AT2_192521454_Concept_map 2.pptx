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1091565"/>
            <a:ext cx="10312400" cy="6464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06070" y="148590"/>
            <a:ext cx="10142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Concept map question - 7 </a:t>
            </a:r>
            <a:endParaRPr lang="en-IN" altLang="en-US"/>
          </a:p>
          <a:p>
            <a:r>
              <a:rPr lang="en-US" altLang="en-US"/>
              <a:t>Create a visual concept map for the DBMS software architecture,</a:t>
            </a:r>
            <a:r>
              <a:rPr lang="en-IN" altLang="en-US"/>
              <a:t> </a:t>
            </a:r>
            <a:r>
              <a:rPr lang="en-US" altLang="en-US"/>
              <a:t>illustrating the flow from user request to data retrieval.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Presentation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pramo</cp:lastModifiedBy>
  <cp:revision>2</cp:revision>
  <dcterms:created xsi:type="dcterms:W3CDTF">2026-07-22T13:11:59Z</dcterms:created>
  <dcterms:modified xsi:type="dcterms:W3CDTF">2026-07-22T13:12:06Z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2026-07-22T05:30:00Z</vt:filetime>
  </property>
  <property fmtid="{D5CDD505-2E9C-101B-9397-08002B2CF9AE}" pid="4" name="LastSaved">
    <vt:filetime>2026-07-22T05:30:00Z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59BC66A8725A45FF9777FA79FDCD1511_13</vt:lpwstr>
  </property>
  <property fmtid="{D5CDD505-2E9C-101B-9397-08002B2CF9AE}" pid="7" name="KSOProductBuildVer">
    <vt:lpwstr>1033-12.1.0.26880</vt:lpwstr>
  </property>
</Properties>
</file>